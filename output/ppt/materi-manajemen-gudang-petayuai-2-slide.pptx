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1C2D"/>
                </a:solidFill>
              </a:defRPr>
            </a:pPr>
            <a:r>
              <a:t>Fitur Manajemen Gudang (/warehouse) - Poin Inti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5120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Kelola master zona dan rak: tambah, ubah, hapus, kapasitas, status.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Kelola stok per rak untuk akurasi lokasi barang dan proses picking.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Dashboard real-time: total zona, rak, item, kapasitas, dan okupansi.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Layout editor: atur posisi/ukuran/rotasi, simpan snapshot, ekspor PDF.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Hak akses: Manager (master &amp; layout), Supervisor (operasional stok rak).</a:t>
            </a:r>
          </a:p>
        </p:txBody>
      </p:sp>
      <p:pic>
        <p:nvPicPr>
          <p:cNvPr id="4" name="Picture 3" descr="warehouse-slide-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68680"/>
            <a:ext cx="59893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1C2D"/>
                </a:solidFill>
              </a:defRPr>
            </a:pPr>
            <a:r>
              <a:t>PETAYU AI + Dampak Operasional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5120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PETAYU AI memberi insight operasional gudang secara real-time.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Use case cepat: ringkasan stok, produk stok rendah, prediksi stok 3-7 hari.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Membantu prioritas tindakan: restock, redistribusi rak, evaluasi efisiensi.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Output AI jadi early insight, eksekusi tetap di modul warehouse/inventory.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Dampak: keputusan lebih cepat, utilisasi ruang lebih terukur, audit lebih rapi.</a:t>
            </a:r>
          </a:p>
        </p:txBody>
      </p:sp>
      <p:pic>
        <p:nvPicPr>
          <p:cNvPr id="4" name="Picture 3" descr="petayuai-slide-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68680"/>
            <a:ext cx="5989320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